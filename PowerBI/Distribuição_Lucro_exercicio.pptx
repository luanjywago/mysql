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azureMap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azureMap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7c2a5da-c39b-4c90-bbb1-0fdf0eef638c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6800f36f101413e" /><Relationship Type="http://schemas.openxmlformats.org/officeDocument/2006/relationships/slideLayout" Target="/ppt/slideLayouts/slideLayout8.xml" Id="R350c027196e144e1" /><Relationship Type="http://schemas.openxmlformats.org/officeDocument/2006/relationships/hyperlink" Target="https://app.powerbi.com/groups/me/reports/f7c2a5da-c39b-4c90-bbb1-0fdf0eef638c/?pbi_source=PowerPoint" TargetMode="External" Id="RelId0" /><Relationship Type="http://schemas.openxmlformats.org/officeDocument/2006/relationships/image" Target="/ppt/media/image4.png" Id="imgId47521473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Distribuição_Lucro_exercicio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13/02/2026 17:18:33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12/02/2026 18:28:30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zureMap ,textbox ,azureMap ,pie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752147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881dc9-f7f2-41de-a334-ceff3dc15b31}" enabled="1" method="Standard" siteId="{ea0c2907-38d2-4181-8750-b0b190b604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