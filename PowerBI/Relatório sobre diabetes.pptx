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lineClusteredColumnComboChart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lineClusteredColumnComboChart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a2f8759-dae8-46e5-b670-399ccf0d5e2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ac5d1f75a4b4e43" /><Relationship Type="http://schemas.openxmlformats.org/officeDocument/2006/relationships/slideLayout" Target="/ppt/slideLayouts/slideLayout8.xml" Id="R7e651043d23b48e7" /><Relationship Type="http://schemas.openxmlformats.org/officeDocument/2006/relationships/hyperlink" Target="https://app.powerbi.com/groups/me/reports/0a2f8759-dae8-46e5-b670-399ccf0d5e2b/?pbi_source=PowerPoint" TargetMode="External" Id="RelId0" /><Relationship Type="http://schemas.openxmlformats.org/officeDocument/2006/relationships/image" Target="/ppt/media/image4.png" Id="imgId47476471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Relatório sobre diabetes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13/02/2026 17:16:57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12/02/2026 16:11:42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ClusteredColumnComboChart ,lineClusteredColumnComboChart ,areaChart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747647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881dc9-f7f2-41de-a334-ceff3dc15b31}" enabled="1" method="Standard" siteId="{ea0c2907-38d2-4181-8750-b0b190b604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